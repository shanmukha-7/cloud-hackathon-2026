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-365760"/>
            <a:ext cx="2926080" cy="2926080"/>
          </a:xfrm>
          <a:prstGeom prst="ellipse">
            <a:avLst/>
          </a:prstGeom>
          <a:solidFill>
            <a:srgbClr val="0284C7">
              <a:alpha val="20000"/>
            </a:srgbClr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834640"/>
            <a:ext cx="1828800" cy="1828800"/>
          </a:xfrm>
          <a:prstGeom prst="ellipse">
            <a:avLst/>
          </a:prstGeom>
          <a:solidFill>
            <a:srgbClr val="0EA5E9">
              <a:alpha val="1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60120"/>
            <a:ext cx="2743200" cy="329184"/>
          </a:xfrm>
          <a:prstGeom prst="rect">
            <a:avLst/>
          </a:prstGeom>
          <a:solidFill>
            <a:srgbClr val="0EA5E9">
              <a:alpha val="8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6th Semester CSE Mini Project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7315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Healthcare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Platform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11480" y="3456432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</a:rPr>
              <a:t>A cloud system that reads patient documents and gives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</a:rPr>
              <a:t>doctors AI-powered insights to make better decisions.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</a:rPr>
              <a:t>AWS  •  React  •  Terraform  •  Amazon Bedrock Nova Lite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91440" cy="8686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1024128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Medical records are locked inside PDFs and images — impossible to search or analyze at scale.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920240"/>
            <a:ext cx="8595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920240"/>
            <a:ext cx="91440" cy="8686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6596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97280" y="2029968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Doctors spend hours manually reading documents instead of focusing on patient care.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2926080"/>
            <a:ext cx="8595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926080"/>
            <a:ext cx="91440" cy="8686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97180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97280" y="3035808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Patient data is scattered across departments — no single unified view exists.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" y="3931920"/>
            <a:ext cx="8595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931920"/>
            <a:ext cx="91440" cy="8686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97764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⚠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97280" y="4041648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Drug interactions and dangerous lab trends stay hidden in text, leading to preventable errors.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How It 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49808" y="914400"/>
            <a:ext cx="713232" cy="71323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91440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481328" y="1261872"/>
            <a:ext cx="475488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737360"/>
            <a:ext cx="17556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Upload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2148840"/>
            <a:ext cx="1572768" cy="2560320"/>
          </a:xfrm>
          <a:prstGeom prst="rect">
            <a:avLst/>
          </a:prstGeom>
          <a:solidFill>
            <a:srgbClr val="1E3A5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240280"/>
            <a:ext cx="1481328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</a:rPr>
              <a:t>Doctor uploads a patient document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</a:rPr>
              <a:t>(PDF, image or text file)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05456" y="914400"/>
            <a:ext cx="713232" cy="71323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05456" y="91440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236976" y="1261872"/>
            <a:ext cx="475488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84248" y="1737360"/>
            <a:ext cx="17556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Read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075688" y="2148840"/>
            <a:ext cx="1572768" cy="2560320"/>
          </a:xfrm>
          <a:prstGeom prst="rect">
            <a:avLst/>
          </a:prstGeom>
          <a:solidFill>
            <a:srgbClr val="1E3A5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21408" y="2240280"/>
            <a:ext cx="1481328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</a:rPr>
              <a:t>AWS Textract scans and extracts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</a:rPr>
              <a:t>all text from the document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61104" y="914400"/>
            <a:ext cx="713232" cy="71323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61104" y="91440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992624" y="1261872"/>
            <a:ext cx="475488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39896" y="1737360"/>
            <a:ext cx="17556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Understand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831336" y="2148840"/>
            <a:ext cx="1572768" cy="2560320"/>
          </a:xfrm>
          <a:prstGeom prst="rect">
            <a:avLst/>
          </a:prstGeom>
          <a:solidFill>
            <a:srgbClr val="1E3A5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77056" y="2240280"/>
            <a:ext cx="1481328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</a:rPr>
              <a:t>Comprehend Medical identifies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</a:rPr>
              <a:t>medicines, diagnoses, lab values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16752" y="914400"/>
            <a:ext cx="713232" cy="71323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16752" y="91440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748272" y="1261872"/>
            <a:ext cx="475488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95544" y="1737360"/>
            <a:ext cx="17556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Analyze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586984" y="2148840"/>
            <a:ext cx="1572768" cy="2560320"/>
          </a:xfrm>
          <a:prstGeom prst="rect">
            <a:avLst/>
          </a:prstGeom>
          <a:solidFill>
            <a:srgbClr val="1E3A5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32704" y="2240280"/>
            <a:ext cx="1481328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</a:rPr>
              <a:t>Amazon Bedrock AI generates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</a:rPr>
              <a:t>a clinical summary and risk flags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772400" y="914400"/>
            <a:ext cx="713232" cy="71323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0" y="91440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251192" y="1737360"/>
            <a:ext cx="17556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Act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342632" y="2148840"/>
            <a:ext cx="1572768" cy="2560320"/>
          </a:xfrm>
          <a:prstGeom prst="rect">
            <a:avLst/>
          </a:prstGeom>
          <a:solidFill>
            <a:srgbClr val="1E3A5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88352" y="2240280"/>
            <a:ext cx="1481328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</a:rPr>
              <a:t>Doctor views insights and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</a:rPr>
              <a:t>recommendations on the dashboard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AWS Services Used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88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278892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📝  Textract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" y="1508760"/>
            <a:ext cx="25786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Reads text from PDFs and images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914400"/>
            <a:ext cx="2788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914400"/>
            <a:ext cx="27889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9144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🧠  Comprehend Med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10128" y="1508760"/>
            <a:ext cx="25786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Finds medicines, diagnoses &amp; lab values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914400"/>
            <a:ext cx="2788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914400"/>
            <a:ext cx="278892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9144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⚡  Bedrock AI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36208" y="1508760"/>
            <a:ext cx="25786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Generates summaries and risk flags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2880360"/>
            <a:ext cx="2788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880360"/>
            <a:ext cx="2788920" cy="5029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8803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🗄  DynamoDB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4048" y="3474720"/>
            <a:ext cx="25786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Stores patients, documents, insights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0" y="2880360"/>
            <a:ext cx="2788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880360"/>
            <a:ext cx="2788920" cy="50292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28803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☁  S3 + CloudFront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10128" y="3474720"/>
            <a:ext cx="25786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File storage and website hosting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26480" y="2880360"/>
            <a:ext cx="2788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880360"/>
            <a:ext cx="2788920" cy="5029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28803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🔐  Cognito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36208" y="3474720"/>
            <a:ext cx="25786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Secure login for doctors only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Live Platform — Patient Dashboard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4005072"/>
          </a:xfrm>
          <a:prstGeom prst="rect">
            <a:avLst/>
          </a:prstGeom>
          <a:solidFill>
            <a:srgbClr val="1E3A5F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841248"/>
            <a:ext cx="8503920" cy="3931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 patients  •  search &amp; filter  •  document count  •  active status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Upload → Extraction in Action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" y="822960"/>
            <a:ext cx="4251960" cy="3584448"/>
          </a:xfrm>
          <a:prstGeom prst="rect">
            <a:avLst/>
          </a:prstGeom>
          <a:solidFill>
            <a:srgbClr val="E2E8F0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868680"/>
            <a:ext cx="4160520" cy="34930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709160" y="822960"/>
            <a:ext cx="4251960" cy="3584448"/>
          </a:xfrm>
          <a:prstGeom prst="rect">
            <a:avLst/>
          </a:prstGeom>
          <a:solidFill>
            <a:srgbClr val="E2E8F0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868680"/>
            <a:ext cx="4160520" cy="349300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82880" y="4480560"/>
            <a:ext cx="4251960" cy="365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82880" y="448056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Uploading — extraction running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709160" y="4480560"/>
            <a:ext cx="425196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709160" y="448056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Done — 10 medicines  •  26 diagnoses found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AI Insights — Arjun Sharma, 58M · Cardiology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" y="804672"/>
            <a:ext cx="8778240" cy="4187952"/>
          </a:xfrm>
          <a:prstGeom prst="rect">
            <a:avLst/>
          </a:prstGeom>
          <a:solidFill>
            <a:srgbClr val="E2E8F0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850392"/>
            <a:ext cx="8686800" cy="40965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AI Insights — Lakshmi Reddy, 72F · Nephrology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" y="804672"/>
            <a:ext cx="5029200" cy="4187952"/>
          </a:xfrm>
          <a:prstGeom prst="rect">
            <a:avLst/>
          </a:prstGeom>
          <a:solidFill>
            <a:srgbClr val="E2E8F0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850392"/>
            <a:ext cx="4937760" cy="40965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40680" y="804672"/>
            <a:ext cx="3520440" cy="4187952"/>
          </a:xfrm>
          <a:prstGeom prst="rect">
            <a:avLst/>
          </a:prstGeom>
          <a:solidFill>
            <a:srgbClr val="0D1B2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577840" y="91440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B5FD"/>
                </a:solidFill>
              </a:rPr>
              <a:t>Key Findings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577840" y="1371600"/>
            <a:ext cx="3246120" cy="621792"/>
          </a:xfrm>
          <a:prstGeom prst="rect">
            <a:avLst/>
          </a:prstGeom>
          <a:solidFill>
            <a:srgbClr val="1E3A5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577840" y="1371600"/>
            <a:ext cx="566928" cy="6217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577840" y="1371600"/>
            <a:ext cx="56692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HIGH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217920" y="1408176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Severe kidney disease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217920" y="167335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</a:rPr>
              <a:t>eGFR 22 — CKD Stage 4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577840" y="2121408"/>
            <a:ext cx="3246120" cy="621792"/>
          </a:xfrm>
          <a:prstGeom prst="rect">
            <a:avLst/>
          </a:prstGeom>
          <a:solidFill>
            <a:srgbClr val="1E3A5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577840" y="2121408"/>
            <a:ext cx="566928" cy="6217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577840" y="2121408"/>
            <a:ext cx="56692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HIGH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217920" y="2157984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Dangerous protein in urine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217920" y="242316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</a:rPr>
              <a:t>1840 mg/g — very high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577840" y="2871216"/>
            <a:ext cx="3246120" cy="621792"/>
          </a:xfrm>
          <a:prstGeom prst="rect">
            <a:avLst/>
          </a:prstGeom>
          <a:solidFill>
            <a:srgbClr val="1E3A5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577840" y="2871216"/>
            <a:ext cx="566928" cy="6217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577840" y="2871216"/>
            <a:ext cx="56692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MED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217920" y="290779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High potassium levels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217920" y="317296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</a:rPr>
              <a:t>5.6 mEq/L — review meds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577840" y="3621024"/>
            <a:ext cx="3246120" cy="621792"/>
          </a:xfrm>
          <a:prstGeom prst="rect">
            <a:avLst/>
          </a:prstGeom>
          <a:solidFill>
            <a:srgbClr val="1E3A5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577840" y="3621024"/>
            <a:ext cx="566928" cy="6217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577840" y="3621024"/>
            <a:ext cx="56692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MED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217920" y="365760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Blood too acidic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217920" y="3922776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</a:rPr>
              <a:t>Bicarbonate 18 — therapy needed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Security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91440" cy="86868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9875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Secure Login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17520" y="1024128"/>
            <a:ext cx="5715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Only authorised doctors can access the system using AWS Cognito.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920240"/>
            <a:ext cx="8595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920240"/>
            <a:ext cx="91440" cy="86868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96596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97280" y="19933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Data Encrypted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17520" y="2029968"/>
            <a:ext cx="5715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All files and records are encrypted — unreadable without a key.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8595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926080"/>
            <a:ext cx="91440" cy="86868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97180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97280" y="29992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No Public Access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017520" y="3035808"/>
            <a:ext cx="5715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Documents are never exposed directly — only served through the app.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" y="3931920"/>
            <a:ext cx="8595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931920"/>
            <a:ext cx="91440" cy="86868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97764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97280" y="40050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Role Permissions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017520" y="4041648"/>
            <a:ext cx="5715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Each part of the system only accesses exactly what it needs.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023360" cy="4005072"/>
          </a:xfrm>
          <a:prstGeom prst="rect">
            <a:avLst/>
          </a:prstGeom>
          <a:solidFill>
            <a:srgbClr val="1E3A5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144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DD3FC"/>
                </a:solidFill>
              </a:rPr>
              <a:t>✅  What We Built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444752"/>
            <a:ext cx="155448" cy="1554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399032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Secure doctor login with AWS Cognito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2103120"/>
            <a:ext cx="155448" cy="1554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0574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Upload &amp; auto-extract any medical document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761488"/>
            <a:ext cx="155448" cy="1554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715768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AI reads it and generates risk flags + summary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3419856"/>
            <a:ext cx="155448" cy="1554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374136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Export PDF report — live at cloudfront URL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0" y="822960"/>
            <a:ext cx="4297680" cy="4005072"/>
          </a:xfrm>
          <a:prstGeom prst="rect">
            <a:avLst/>
          </a:prstGeom>
          <a:solidFill>
            <a:srgbClr val="1E3A5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91440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DD3FC"/>
                </a:solidFill>
              </a:rPr>
              <a:t>💡  What We Learned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09160" y="1444752"/>
            <a:ext cx="73152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64608" y="144475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Cloud &amp; AWS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64608" y="1691640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</a:rPr>
              <a:t>Build and deploy serverless systems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2194560"/>
            <a:ext cx="73152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64608" y="21945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 &amp; NLP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64608" y="2441448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</a:rPr>
              <a:t>Make machines read medical text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09160" y="2944368"/>
            <a:ext cx="73152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64608" y="294436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LLMs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64608" y="3191256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</a:rPr>
              <a:t>Use Bedrock to generate human summaries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09160" y="3694176"/>
            <a:ext cx="73152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608" y="369417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Full Stack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64608" y="3941064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</a:rPr>
              <a:t>React + Python + REST API + Terraform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828032"/>
            <a:ext cx="859536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🌐  https://d2ynvzjzxw6inc.cloudfront.net   |   6th Semester CSE Project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2026-04-03T16:31:58Z</dcterms:created>
  <dcterms:modified xsi:type="dcterms:W3CDTF">2026-04-03T16:31:58Z</dcterms:modified>
</cp:coreProperties>
</file>